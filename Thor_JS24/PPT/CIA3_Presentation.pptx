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Placement Assistance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CIA 3 Project Presentation</a:t>
            </a:r>
          </a:p>
          <a:p>
            <a:r>
              <a:t>Thor_JS24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all-in-one AI placement preparation suite.</a:t>
            </a:r>
          </a:p>
          <a:p>
            <a:r>
              <a:t>Features include:</a:t>
            </a:r>
          </a:p>
          <a:p>
            <a:r>
              <a:t> - General Chatbot</a:t>
            </a:r>
          </a:p>
          <a:p>
            <a:r>
              <a:t> - Resume Builder</a:t>
            </a:r>
          </a:p>
          <a:p>
            <a:r>
              <a:t> - Roadmap Generator</a:t>
            </a:r>
          </a:p>
          <a:p>
            <a:r>
              <a:t> - Mock Interview</a:t>
            </a:r>
          </a:p>
          <a:p>
            <a:r>
              <a:t> - Technical Interview</a:t>
            </a:r>
          </a:p>
          <a:p>
            <a:r>
              <a:t>Works completely offline ensuring data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Vite + Tailwind CSS</a:t>
            </a:r>
          </a:p>
          <a:p>
            <a:r>
              <a:t>Backend: FastAPI (Python)</a:t>
            </a:r>
          </a:p>
          <a:p>
            <a:r>
              <a:t>Database: SQLite (storage/app.db)</a:t>
            </a:r>
          </a:p>
          <a:p>
            <a:r>
              <a:t>AI Inference: Local Ollama (fallback to Groq API)</a:t>
            </a:r>
          </a:p>
          <a:p>
            <a:r>
              <a:t>Single process running both API and static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LLM: Llama 3.2 (3B) via Ollama</a:t>
            </a:r>
          </a:p>
          <a:p>
            <a:r>
              <a:t>STT: faster-whisper (Local)</a:t>
            </a:r>
          </a:p>
          <a:p>
            <a:r>
              <a:t>TTS: pyttsx3 (OS native voices)</a:t>
            </a:r>
          </a:p>
          <a:p>
            <a:r>
              <a:t>Code Sandboxing: Docker (optional) / Subprocess</a:t>
            </a:r>
          </a:p>
          <a:p>
            <a:r>
              <a:t>Client-side VAD: Silero VAD (ONNX)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Modules: Chatbot &amp; Resume 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General Chatbot:</a:t>
            </a:r>
          </a:p>
          <a:p>
            <a:r>
              <a:t> - Career guidance grounded on department FAQ</a:t>
            </a:r>
          </a:p>
          <a:p>
            <a:r>
              <a:t>2. Resume Builder:</a:t>
            </a:r>
          </a:p>
          <a:p>
            <a:r>
              <a:t> - Builds ATS-friendly resumes (DOCX/PDF export)</a:t>
            </a:r>
          </a:p>
          <a:p>
            <a:r>
              <a:t> - AI-generated ATS score and feedback for existing resumes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Modules: Roadmap &amp; Mock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Roadmap Generator:</a:t>
            </a:r>
          </a:p>
          <a:p>
            <a:r>
              <a:t> - Personalized week-by-week learning roadmap</a:t>
            </a:r>
          </a:p>
          <a:p>
            <a:r>
              <a:t>4. Mock Interview:</a:t>
            </a:r>
          </a:p>
          <a:p>
            <a:r>
              <a:t> - Speech-to-Speech interaction</a:t>
            </a:r>
          </a:p>
          <a:p>
            <a:r>
              <a:t> - Real-time follow-ups and performance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Technical Interview:</a:t>
            </a:r>
          </a:p>
          <a:p>
            <a:r>
              <a:t> - DSA coding round with built-in code editor</a:t>
            </a:r>
          </a:p>
          <a:p>
            <a:r>
              <a:t> - CS-fundamentals concept quiz with AI feedback</a:t>
            </a:r>
          </a:p>
          <a:p>
            <a:r>
              <a:t>Challenges:</a:t>
            </a:r>
          </a:p>
          <a:p>
            <a:r>
              <a:t> - Running LLMs and STT efficiently offline</a:t>
            </a:r>
          </a:p>
          <a:p>
            <a:r>
              <a:t> - Real-time Voice Activity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- Multi-tenant cloud deployment</a:t>
            </a:r>
          </a:p>
          <a:p>
            <a:r>
              <a:t> - Enhanced AI models for code review</a:t>
            </a:r>
          </a:p>
          <a:p>
            <a:r>
              <a:t> - Integration with college placement cell portals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